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Google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GoogleSans-italic.fntdata"/><Relationship Id="rId12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430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16816" y="70594"/>
            <a:ext cx="5109253" cy="5109253"/>
          </a:xfrm>
          <a:prstGeom prst="ellipse">
            <a:avLst/>
          </a:prstGeom>
          <a:solidFill>
            <a:srgbClr val="DEE7F2">
              <a:alpha val="64710"/>
            </a:srgbClr>
          </a:solidFill>
          <a:ln cap="flat" cmpd="sng" w="28575">
            <a:solidFill>
              <a:srgbClr val="A1C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637600" y="589700"/>
            <a:ext cx="13239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40208" y="1388024"/>
            <a:ext cx="1120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3625" y="1388025"/>
            <a:ext cx="32694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Uses a graphical user interface (GUI)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Offers more features such as advanced filtering and colorizing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Requires more system resources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998288" y="1149752"/>
            <a:ext cx="27777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command-line interface (CLI)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lightweight and uses fewer system resources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875650" y="1836375"/>
            <a:ext cx="14265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 protocol analyzers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Open-source and available for free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Filter for a specific protocol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009500" y="589700"/>
            <a:ext cx="13239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Wireshark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